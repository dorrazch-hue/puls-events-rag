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D5BE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F5A623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de Recommandation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d'Événements Culturels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Système RAG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0972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•  Mistral AI  •  FAISS  •  Open Agenda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Puls-Events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gestion d'événements culturels en temps réel, connectée à de multiples sources de données.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besoin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 veulent des recommandations personnalisées, pas une simple liste d'événements.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chatbot intelligent capable de comprendre les préférences et de répondre en langage naturel.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le RAG 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1097280" cy="1097280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1920240"/>
            <a:ext cx="457200" cy="45720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8" name="Shape 6"/>
          <p:cNvSpPr/>
          <p:nvPr/>
        </p:nvSpPr>
        <p:spPr>
          <a:xfrm>
            <a:off x="3063240" y="1463040"/>
            <a:ext cx="1097280" cy="1097280"/>
          </a:xfrm>
          <a:prstGeom prst="ellipse">
            <a:avLst/>
          </a:prstGeom>
          <a:solidFill>
            <a:srgbClr val="6A3D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63240" y="15544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920240"/>
            <a:ext cx="457200" cy="45720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1463040"/>
            <a:ext cx="1097280" cy="1097280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0" y="15544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457200" cy="45720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16" name="Shape 14"/>
          <p:cNvSpPr/>
          <p:nvPr/>
        </p:nvSpPr>
        <p:spPr>
          <a:xfrm>
            <a:off x="7360920" y="1463040"/>
            <a:ext cx="1097280" cy="10972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60920" y="15544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 LLM ne génère pas de réponse "de mémoire" — il s'appuie sur de vraies données récupérées en temps réel.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Système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Agenda API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données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1801368"/>
            <a:ext cx="411480" cy="45720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7" name="Shape 5"/>
          <p:cNvSpPr/>
          <p:nvPr/>
        </p:nvSpPr>
        <p:spPr>
          <a:xfrm>
            <a:off x="2331720" y="1188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2D5BE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2316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structuration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801368"/>
            <a:ext cx="411480" cy="45720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188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8E44A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912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Embed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801368"/>
            <a:ext cx="411480" cy="45720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18872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2D9CD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280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vectorielle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301752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1A1F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377440" y="3108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Chatbot RAG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520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orchestre FAISS + Mistral LLM → Réponse naturelle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578608"/>
            <a:ext cx="45720" cy="420624"/>
          </a:xfrm>
          <a:prstGeom prst="rect">
            <a:avLst/>
          </a:prstGeom>
          <a:solidFill>
            <a:srgbClr val="8892A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 des Données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Open Agenda — "Que faire à Paris"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600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2 463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600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indexés (POC)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600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an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600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géographique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 contient : titre, description, lieu, date, mots-clés. Ces champs sont concaténés en un champ texte_complet avant vectorisation.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Vectorisation Sémantique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mistral-embed (Mistral AI)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200400" cy="1645920"/>
          </a:xfrm>
          <a:prstGeom prst="roundRect">
            <a:avLst>
              <a:gd name="adj" fmla="val 4444"/>
            </a:avLst>
          </a:prstGeom>
          <a:solidFill>
            <a:srgbClr val="1E2A5E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"Exposition d'art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Palais de Tokyo"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A623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mistral-embed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1E2A5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[0.23, -0.87, 0.54, 0.11, -0.39, 0.76, ...]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031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de 1024 dimensions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capturant le sens sémantique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83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Deux textes proches en sens auront des vecteurs proches — même sans mots en commun.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Vectorielle FAISS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E8EE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645920"/>
            <a:ext cx="329184" cy="329184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2286000"/>
            <a:ext cx="329184" cy="329184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1371600"/>
            <a:ext cx="329184" cy="329184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2011680"/>
            <a:ext cx="329184" cy="329184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2926080"/>
            <a:ext cx="329184" cy="329184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3200400"/>
            <a:ext cx="329184" cy="329184"/>
          </a:xfrm>
          <a:prstGeom prst="ellipse">
            <a:avLst/>
          </a:prstGeom>
          <a:solidFill>
            <a:srgbClr val="2D5BE3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182880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2468880"/>
            <a:ext cx="914400" cy="9144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5A62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0584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vectoriel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événements)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1148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IndexFlatL2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536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similarité euclidienne — précis et simple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41148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top-k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les k événements les plus proches sémantiquement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1148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456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sauvegardé en fichier .index — rechargeable sans recalcul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Chatbot RAG en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2D5BE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337560" y="11430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"Quelles sont les expositions d'art à Paris ce mois-ci ?"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EEF2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240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les 3 événements les plus proches sémantiquement...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6858000" cy="868680"/>
          </a:xfrm>
          <a:prstGeom prst="roundRect">
            <a:avLst>
              <a:gd name="adj" fmla="val 12632"/>
            </a:avLst>
          </a:prstGeom>
          <a:solidFill>
            <a:srgbClr val="F0FF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33375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"Voici 3 expositions en ce moment : 1. Exposition au Palais de Tokyo... 2. Henry Taylor au Centre Pompidou... 3. Renaissance : De Vinci..."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 moyen : 3 à 5 secondes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Unitaires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 tests passés  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3619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test_donnees_non_vides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0992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que les données ont bien été récupérées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2140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0939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test_evenements_moins_un_an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295144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que tous les événements datent de moins d'un 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0662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791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test_ville_paris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88036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que les événements sont dans le Grand Paris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18688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918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2644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test_champs_obligatoires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465576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présence de tous les champs requis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87705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8496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test_index_faiss_existe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05079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que l'index FAISS a bien été créé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du POC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E2A5E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325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indexés dans FAISS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18872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E2A5E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25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unitaires passés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E2A5E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1325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moyen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18872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1E2A5E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325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évaluation RAG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POC validé — le système RAG est fonctionnel et prêt à être présenté aux équipes produit et marketing.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version de production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données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100 à 500+ événements pour une meilleure couverture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contextuelle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46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l'historique de conversation pour un chatbot plus naturel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quotidien pour maintenir les données à jour en continu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qualité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246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données test annoté (Q/R) + métriques BLEU / ROUGE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2D5BE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POC démontre la faisabilité technique d'un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pour la recommandation d'événements culturels.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Architecture RAG fonctionnelle (Open Agenda + Mistral + FAISS)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 événements indexés, recherche sémantique opérationnelle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Tests unitaires 5/5 passés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03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Prêt pour déploiement à plus grande échelle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3716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2026-08-30T22:14:09Z</dcterms:created>
  <dcterms:modified xsi:type="dcterms:W3CDTF">2026-08-30T22:14:09Z</dcterms:modified>
</cp:coreProperties>
</file>